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F4E79"/>
                </a:solidFill>
              </a:defRPr>
            </a:pPr>
            <a:r>
              <a:t>BMS AUTOSAR 插件功能演示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595959"/>
                </a:solidFill>
              </a:defRPr>
            </a:pPr>
            <a:r>
              <a:t>基板工程：AUTOSAR-BMS--main ｜ 实际工程：英飞凌芯片 BMS 项目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一、环境准备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构建产物：apps/vscode/dist/claude-dev-3.89.2-bms-autosar.vsix</a:t>
            </a:r>
          </a:p>
          <a:p>
            <a:pPr>
              <a:spcAft>
                <a:spcPts val="1200"/>
              </a:spcAft>
              <a:defRPr sz="1800"/>
            </a:pPr>
            <a:r>
              <a:t>VS Code → Extensions → Install from VSIX 安装插件</a:t>
            </a:r>
          </a:p>
          <a:p>
            <a:pPr>
              <a:spcAft>
                <a:spcPts val="1200"/>
              </a:spcAft>
              <a:defRPr sz="1800"/>
            </a:pPr>
            <a:r>
              <a:t>File → Open Folder 打开 AUTOSAR-BMS--main/</a:t>
            </a:r>
          </a:p>
          <a:p>
            <a:pPr>
              <a:spcAft>
                <a:spcPts val="1200"/>
              </a:spcAft>
              <a:defRPr sz="1800"/>
            </a:pPr>
            <a:r>
              <a:t>等待 VS Code 索引完成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二、打开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Cmd/Ctrl+Shift+P → Cline: Open BMS AUTOSAR Dashboard</a:t>
            </a:r>
          </a:p>
          <a:p>
            <a:pPr>
              <a:spcAft>
                <a:spcPts val="1200"/>
              </a:spcAft>
              <a:defRPr sz="1800"/>
            </a:pPr>
            <a:r>
              <a:t>Quick Actions：Generator / Knowledge / Compile / Quality Report / Knowledge Graph</a:t>
            </a:r>
          </a:p>
          <a:p>
            <a:pPr>
              <a:spcAft>
                <a:spcPts val="1200"/>
              </a:spcAft>
              <a:defRPr sz="1800"/>
            </a:pPr>
            <a:r>
              <a:t>Live Metrics：Quality Errors/Warnings、Knowledge Entries、Compile Profiles</a:t>
            </a:r>
          </a:p>
          <a:p>
            <a:pPr>
              <a:spcAft>
                <a:spcPts val="1200"/>
              </a:spcAft>
              <a:defRPr sz="1800"/>
            </a:pPr>
            <a:r>
              <a:t>Recent Issues：当前工程质量报告问题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三、加载 ARXML 知识图谱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Dashboard 点击 Knowledge Graph 或命令面板打开</a:t>
            </a:r>
          </a:p>
          <a:p>
            <a:pPr>
              <a:spcAft>
                <a:spcPts val="1200"/>
              </a:spcAft>
              <a:defRPr sz="1800"/>
            </a:pPr>
            <a:r>
              <a:t>Scope 选择 Workspace</a:t>
            </a:r>
          </a:p>
          <a:p>
            <a:pPr>
              <a:spcAft>
                <a:spcPts val="1200"/>
              </a:spcAft>
              <a:defRPr sz="1800"/>
            </a:pPr>
            <a:r>
              <a:t>Select ARXML Files → 选择 AUTOSAR-BMS--main/Arxml/ECU_Composition.arxml</a:t>
            </a:r>
          </a:p>
          <a:p>
            <a:pPr>
              <a:spcAft>
                <a:spcPts val="1200"/>
              </a:spcAft>
              <a:defRPr sz="1800"/>
            </a:pPr>
            <a:r>
              <a:t>点击刷新，等待节点与关系渲染</a:t>
            </a:r>
          </a:p>
          <a:p>
            <a:pPr>
              <a:spcAft>
                <a:spcPts val="1200"/>
              </a:spcAft>
              <a:defRPr sz="1800"/>
            </a:pPr>
            <a:r>
              <a:t>自动解析 SWC、Port、Interface、Runnable、DataType 等元素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四、图谱交互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组合节点：AR-PACKAGE 自动包裹子节点</a:t>
            </a:r>
          </a:p>
          <a:p>
            <a:pPr>
              <a:spcAft>
                <a:spcPts val="1200"/>
              </a:spcAft>
              <a:defRPr sz="1800"/>
            </a:pPr>
            <a:r>
              <a:t>节点类型过滤：点击标签隐藏/显示对应类型</a:t>
            </a:r>
          </a:p>
          <a:p>
            <a:pPr>
              <a:spcAft>
                <a:spcPts val="1200"/>
              </a:spcAft>
              <a:defRPr sz="1800"/>
            </a:pPr>
            <a:r>
              <a:t>关系过滤：contains / provides / requires / implements / references / triggers</a:t>
            </a:r>
          </a:p>
          <a:p>
            <a:pPr>
              <a:spcAft>
                <a:spcPts val="1200"/>
              </a:spcAft>
              <a:defRPr sz="1800"/>
            </a:pPr>
            <a:r>
              <a:t>布局切换：cose / cose-bilkent / dagre / grid / circle / concentric / breadthfirst</a:t>
            </a:r>
          </a:p>
          <a:p>
            <a:pPr>
              <a:spcAft>
                <a:spcPts val="1200"/>
              </a:spcAft>
              <a:defRPr sz="1800"/>
            </a:pPr>
            <a:r>
              <a:t>搜索框实时过滤节点</a:t>
            </a:r>
          </a:p>
          <a:p>
            <a:pPr>
              <a:spcAft>
                <a:spcPts val="1200"/>
              </a:spcAft>
              <a:defRPr sz="1800"/>
            </a:pPr>
            <a:r>
              <a:t>双击节点打开源 ARXML 并定位到行</a:t>
            </a:r>
          </a:p>
          <a:p>
            <a:pPr>
              <a:spcAft>
                <a:spcPts val="1200"/>
              </a:spcAft>
              <a:defRPr sz="1800"/>
            </a:pPr>
            <a:r>
              <a:t>底部面包屑：点击包名聚焦 AR-PACKAGE</a:t>
            </a:r>
          </a:p>
          <a:p>
            <a:pPr>
              <a:spcAft>
                <a:spcPts val="1200"/>
              </a:spcAft>
              <a:defRPr sz="1800"/>
            </a:pPr>
            <a:r>
              <a:t>导出 PNG / Mermaid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五、联动 DBC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点击 Link DBC</a:t>
            </a:r>
          </a:p>
          <a:p>
            <a:pPr>
              <a:spcAft>
                <a:spcPts val="1200"/>
              </a:spcAft>
              <a:defRPr sz="1800"/>
            </a:pPr>
            <a:r>
              <a:t>选择 AUTOSAR-BMS--main/Test/CANoe/BMS_CAN.dbc</a:t>
            </a:r>
          </a:p>
          <a:p>
            <a:pPr>
              <a:spcAft>
                <a:spcPts val="1200"/>
              </a:spcAft>
              <a:defRPr sz="1800"/>
            </a:pPr>
            <a:r>
              <a:t>出现橙色 CAN-SIGNAL 节点</a:t>
            </a:r>
          </a:p>
          <a:p>
            <a:pPr>
              <a:spcAft>
                <a:spcPts val="1200"/>
              </a:spcAft>
              <a:defRPr sz="1800"/>
            </a:pPr>
            <a:r>
              <a:t>按信号名自动建立 references 边</a:t>
            </a:r>
          </a:p>
          <a:p>
            <a:pPr>
              <a:spcAft>
                <a:spcPts val="1200"/>
              </a:spcAft>
              <a:defRPr sz="1800"/>
            </a:pPr>
            <a:r>
              <a:t>悬停显示报文、起始位、长度、单位</a:t>
            </a:r>
          </a:p>
          <a:p>
            <a:pPr>
              <a:spcAft>
                <a:spcPts val="1200"/>
              </a:spcAft>
              <a:defRPr sz="1800"/>
            </a:pPr>
            <a:r>
              <a:t>注意：demo DBC 当前解析器未解析出信号，实际项目 DBC 可正常展示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六、联动 Excel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点击 Link Excel</a:t>
            </a:r>
          </a:p>
          <a:p>
            <a:pPr>
              <a:spcAft>
                <a:spcPts val="1200"/>
              </a:spcAft>
              <a:defRPr sz="1800"/>
            </a:pPr>
            <a:r>
              <a:t>选择 BMS_Interface.xlsx 或 BMS_Parameter.xlsx</a:t>
            </a:r>
          </a:p>
          <a:p>
            <a:pPr>
              <a:spcAft>
                <a:spcPts val="1200"/>
              </a:spcAft>
              <a:defRPr sz="1800"/>
            </a:pPr>
            <a:r>
              <a:t>出现 EXCEL-INTERFACE / EXCEL-PARAMETER 节点</a:t>
            </a:r>
          </a:p>
          <a:p>
            <a:pPr>
              <a:spcAft>
                <a:spcPts val="1200"/>
              </a:spcAft>
              <a:defRPr sz="1800"/>
            </a:pPr>
            <a:r>
              <a:t>按接口/参数名自动与 ARXML 节点连边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七、联动 Simulink 数据字典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点击 Link Simulink</a:t>
            </a:r>
          </a:p>
          <a:p>
            <a:pPr>
              <a:spcAft>
                <a:spcPts val="1200"/>
              </a:spcAft>
              <a:defRPr sz="1800"/>
            </a:pPr>
            <a:r>
              <a:t>选择 Model/DD/ 目录或单个 .m 文件</a:t>
            </a:r>
          </a:p>
          <a:p>
            <a:pPr>
              <a:spcAft>
                <a:spcPts val="1200"/>
              </a:spcAft>
              <a:defRPr sz="1800"/>
            </a:pPr>
            <a:r>
              <a:t>出现粉色 SIMULINK-DATA 节点</a:t>
            </a:r>
          </a:p>
          <a:p>
            <a:pPr>
              <a:spcAft>
                <a:spcPts val="1200"/>
              </a:spcAft>
              <a:defRPr sz="1800"/>
            </a:pPr>
            <a:r>
              <a:t>覆盖 Simulink.NumericType / defineIntEnumType / AliasType</a:t>
            </a:r>
          </a:p>
          <a:p>
            <a:pPr>
              <a:spcAft>
                <a:spcPts val="1200"/>
              </a:spcAft>
              <a:defRPr sz="1800"/>
            </a:pPr>
            <a:r>
              <a:t>按类型名自动与 ARXML 数据类型连边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八、价值总结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把 ARXML、DBC、Excel、Simulink 四类异构数据统一进一张图</a:t>
            </a:r>
          </a:p>
          <a:p>
            <a:pPr>
              <a:spcAft>
                <a:spcPts val="1200"/>
              </a:spcAft>
              <a:defRPr sz="1800"/>
            </a:pPr>
            <a:r>
              <a:t>支持源文件行号级跳转</a:t>
            </a:r>
          </a:p>
          <a:p>
            <a:pPr>
              <a:spcAft>
                <a:spcPts val="1200"/>
              </a:spcAft>
              <a:defRPr sz="1800"/>
            </a:pPr>
            <a:r>
              <a:t>支持关系过滤、层级布局、面包屑导航</a:t>
            </a:r>
          </a:p>
          <a:p>
            <a:pPr>
              <a:spcAft>
                <a:spcPts val="1200"/>
              </a:spcAft>
              <a:defRPr sz="1800"/>
            </a:pPr>
            <a:r>
              <a:t>便于需求追溯、一致性检查、影响分析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九、切换到英飞凌实际工程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ARXML：替换为 EcucDescription / SoftwareComponents / SystemDescription 等</a:t>
            </a:r>
          </a:p>
          <a:p>
            <a:pPr>
              <a:spcAft>
                <a:spcPts val="1200"/>
              </a:spcAft>
              <a:defRPr sz="1800"/>
            </a:pPr>
            <a:r>
              <a:t>DBC：替换为实际 CAN 矩阵 .dbc</a:t>
            </a:r>
          </a:p>
          <a:p>
            <a:pPr>
              <a:spcAft>
                <a:spcPts val="1200"/>
              </a:spcAft>
              <a:defRPr sz="1800"/>
            </a:pPr>
            <a:r>
              <a:t>Excel：替换为接口表、参数表 .xlsx</a:t>
            </a:r>
          </a:p>
          <a:p>
            <a:pPr>
              <a:spcAft>
                <a:spcPts val="1200"/>
              </a:spcAft>
              <a:defRPr sz="1800"/>
            </a:pPr>
            <a:r>
              <a:t>Simulink：替换为 Model/DD/*.m 或 .sldd</a:t>
            </a:r>
          </a:p>
          <a:p>
            <a:pPr>
              <a:spcAft>
                <a:spcPts val="1200"/>
              </a:spcAft>
              <a:defRPr sz="1800"/>
            </a:pPr>
            <a:r>
              <a:t>无 AR-PACKAGE 层级时组合节点自动退化为普通节点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十、Q&amp;A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Q：双击节点没跳到行？A：确认 ARXML 未移动，首次打开稍慢</a:t>
            </a:r>
          </a:p>
          <a:p>
            <a:pPr>
              <a:spcAft>
                <a:spcPts val="1200"/>
              </a:spcAft>
              <a:defRPr sz="1800"/>
            </a:pPr>
            <a:r>
              <a:t>Q：外部节点没有连边？A：按名称大小写不敏感精确匹配，名称不同则不连边</a:t>
            </a:r>
          </a:p>
          <a:p>
            <a:pPr>
              <a:spcAft>
                <a:spcPts val="1200"/>
              </a:spcAft>
              <a:defRPr sz="1800"/>
            </a:pPr>
            <a:r>
              <a:t>Q：布局乱？A：切换 Hierarchical (dagre) 或点击 Fit</a:t>
            </a:r>
          </a:p>
          <a:p>
            <a:pPr>
              <a:spcAft>
                <a:spcPts val="1200"/>
              </a:spcAft>
              <a:defRPr sz="1800"/>
            </a:pPr>
            <a:r>
              <a:t>Q：激活慢？A：hnswlib-node 已懒加载，首次激活稍慢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