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1" r:id="rId22"/>
    <p:sldId id="272" r:id="rId23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1E2933"/>
                </a:solidFill>
              </a:defRPr>
            </a:pPr>
            <a:r>
              <a:t>BMS AUTOSAR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5F7A"/>
                </a:solidFill>
              </a:defRPr>
            </a:pPr>
            <a:r>
              <a:t>智能代码生成器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200">
                <a:solidFill>
                  <a:srgbClr val="1E2933"/>
                </a:solidFill>
              </a:defRPr>
            </a:pPr>
            <a:r>
              <a:t>基于 RAG 知识库 + MISRA 质量门 + ARXML 图谱的电池管理系统 AUTOSAR 代码生成工具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800">
                <a:solidFill>
                  <a:srgbClr val="FF6B35"/>
                </a:solidFill>
              </a:defRPr>
            </a:pPr>
            <a:r>
              <a:t>参赛作品展示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背景与痛点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Background &amp;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BMS（电池管理系统）是新能源汽车核心安全软件，AUTOSAR Classic 是行业主流架构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传统开发依赖资深工程师手写 SWC、BSW、RTE、ARXML，周期长、成本高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领域知识分散在规范文档、历史项目、ARXML 模型中，难以被 AI 直接利用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生成代码常出现 MISRA C:2012 违规、接口不一致、命名不规范等问题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现有通用代码生成工具缺乏 AUTOSAR/BMS 领域语义理解能力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方案概览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面向 BMS AUTOSAR 的端到端智能代码生成 VS Code 插件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融合 RAG 知识库检索、领域 query 扩展、LLM 重排序，提升检索准确率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内置 MISRA C:2012 静态检查 + 自动修复闭环，确保代码合规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ARXML 知识图谱可视化，辅助理解模型结构与接口关系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支持用户自定义模板，内置多种 BMS 组件类型（CSC、Controller、Balancer 等）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291840" cy="2103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5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F7A"/>
                </a:solidFill>
              </a:defRPr>
            </a:pPr>
            <a:r>
              <a:t>用户交互层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VS Code 插件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Wizard 向导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知识库管理器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质量报告面板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ARXML 图谱视图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3291840" cy="2103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5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F7A"/>
                </a:solidFill>
              </a:defRPr>
            </a:pPr>
            <a:r>
              <a:t>任务编排层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BmsAutosarGenerateHandler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进度事件总线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gRPC 服务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模板渲染引擎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011680"/>
            <a:ext cx="3291840" cy="2103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5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F7A"/>
                </a:solidFill>
              </a:defRPr>
            </a:pPr>
            <a:r>
              <a:t>智能检索层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Embedding 语义检索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BM25 词法检索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Query 扩展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ARXML 图谱增强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LLM 重排序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3291840" cy="2103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5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F7A"/>
                </a:solidFill>
              </a:defRPr>
            </a:pPr>
            <a:r>
              <a:t>知识/质量层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BMS 知识库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用户模板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MISRA 检查器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质量报告存储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自动修复器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3291840" cy="2103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5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F7A"/>
                </a:solidFill>
              </a:defRPr>
            </a:pPr>
            <a:r>
              <a:t>生成输出层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.h / .c 源码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ARXML 描述文件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统一 diff 预览</a:t>
            </a:r>
          </a:p>
          <a:p>
            <a:pPr>
              <a:spcAft>
                <a:spcPts val="400"/>
              </a:spcAft>
              <a:defRPr sz="1300">
                <a:solidFill>
                  <a:srgbClr val="1E2933"/>
                </a:solidFill>
              </a:defRPr>
            </a:pPr>
            <a:r>
              <a:t>• 批量应用修复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核心功能 ①：智能代码生成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Intelligent Code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 12 种组件类型：SWC、BSW Module、RTE Interface、ARXML Descriptor、Service 等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BMS 专用组件：CSC（Cell Supervision Circuit / AFE）、Controller、Balancer、Thermal Manager、Charger、Diagnosis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一键生成 .h / .c 源码 + ARXML 描述文件 + Types 定义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支持批量配置（YAML/JSON）批量生成多个组件蓝图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生成过程实时流式展示进度：preparing → retrieving_knowledge → generating → complete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核心功能 ②：RAG 知识库增强检索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RAG Knowledge Base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Hybrid 检索：Embedding 余弦相似度 + BM25 词法分融合，可调的 hybrid weight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AUTOSAR 领域 Query 扩展：自动扩展 CSC/AFE、SOC/StateOfCharge、BMS/BatteryManagementSystem 等同义词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元数据预过滤：按 tag（如 swc/cell/thermal）和 source file 精准过滤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ARXML 图谱增强：从源文件构建 SWC/Port/Interface 图谱，给拓扑邻近条目加权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LLM-as-reranker：二阶段 LLM 打分重排，进一步提升检索相关性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核心功能 ③：MISRA 质量门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MISRA C:2012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内置轻量级 MISRA C:2012 静态检查器，覆盖 12 条常见生成代码违规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检测项包括：stdlib/stdio 禁用、八进制常量、未初始化变量、多返回点、函数声明缺失等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生成代码后自动运行质量门，生成结构化质量报告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Webview 质量报告面板按 error/warning/info 分级展示，支持一键定位源码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支持单文件与批量自动修复，生成统一 diff 预览后用户确认再写盘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核心功能 ④：ARXML 知识图谱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ARXML Knowledge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解析 ARXML 文件，提取 SWC、Port、Interface、Data Type、Runnable 等实体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构建节点与边的关系网络，支持多跳邻居查询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检索阶段利用图谱邻近度对相关知识条目加权，提升领域相关性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Webview 交互式力导向图谱可视化，直观展示系统架构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支持选择具体 ARXML 文件进行图谱构建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核心功能 ⑤：用户自定义模板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User-Defined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内置默认模板覆盖常见组件类型，保证开箱即用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 workspace/global 两级用户模板存储（templates.json）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模板优先级：workspace &gt; global &gt; built-in，用户可覆盖内置生成模式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Wizard 中组件类型下拉框自动合并内置类型与用户模板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提供模板管理对话框，支持创建、列出、删除自定义模板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技术亮点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Technical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端到端 VS Code 插件形态，直接服务工程师日常开发流程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gRPC + Protobuf 实现前后端高效通信，支持流式生成进度推送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原子写入、embedding 缓存、并发控制等工程化细节保证稳定性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模块化架构：检索、生成、检查、修复、图谱、模板各模块可独立演进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RAG 参数可调 UI：Top K、Hybrid Weight、Score Threshold、LLM Reranker 实时配置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验证与测试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Validation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TypeScript 类型检查：npm run check-types ✅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代码规范：npm run lint ✅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单元测试：npm run test:unit ✅ 1685 项通过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插件构建：npm run package:vsix ✅ 生成可安装 .vsix 文件（9.09 MB）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覆盖模块：Query Expander、Reranker、Semantic Retrieval Filters、Template Storage、Auto-Fixer 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成果展示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已实现完整的 BMS AUTOSAR 代码生成 VS Code 扩展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支持从需求/组件类型到源码+ARXML 的一站式生成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RAG 检索准确率通过领域扩展、图谱增强、LLM 重排序持续提升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生成代码经过 MISRA 检查与自动修复闭环，质量可控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构建产物可直接安装到 VS Code 进行演示和使用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Innovation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领域专用 RAG：针对 AUTOSAR/BMS 缩写与概念做 query 扩展，解决词汇鸿沟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图谱增强检索：首次将 ARXML 知识图谱融入代码生成的上下文检索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LLM 二阶段重排：在 embedding+BM25 后引入 LLM-as-reranker，兼顾效率与精度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生成-检查-修复闭环：MISRA 检查与 LLM 自动修复形成完整质量闭环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模板即配置：用户无需修改代码即可通过模板覆盖生成规则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未来展望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600">
                <a:solidFill>
                  <a:srgbClr val="1A5F7A"/>
                </a:solidFill>
              </a:defRPr>
            </a:pPr>
            <a: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引入更多 AUTOSAR 标准规范（如 AUTOSAR CP R22-11）作为结构化知识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增加生成代码的单元测试与仿真验证能力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支持从自然语言需求自动推导端口、runnable 和数据类型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建立 BMS 代码生成 benchmark，量化 RAG 与生成质量提升</a:t>
            </a:r>
          </a:p>
          <a:p>
            <a:pPr>
              <a:spcAft>
                <a:spcPts val="1200"/>
              </a:spcAft>
              <a:defRPr sz="2200">
                <a:solidFill>
                  <a:srgbClr val="1E2933"/>
                </a:solidFill>
              </a:defRPr>
            </a:pPr>
            <a:r>
              <a:t>• 探索多 Agent 协作：架构设计 Agent + 代码生成 Agent + 审查 Agent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800">
                <a:solidFill>
                  <a:srgbClr val="FFFFFF"/>
                </a:solidFill>
              </a:defRPr>
            </a:pPr>
            <a:r>
              <a:t>BMS AUTOSAR 智能代码生成器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000">
                <a:solidFill>
                  <a:srgbClr val="FF6B35"/>
                </a:solidFill>
              </a:defRPr>
            </a:pPr>
            <a:r>
              <a:t>欢迎提问与交流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核心功能 ⑥：知识库工程化升级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源文件元数据：导入时记录 sourcePath / sha256 / mtime / size / locations</a:t>
            </a:r>
          </a:p>
          <a:p>
            <a:pPr/>
            <a:r>
              <a:t>增量导入：未变更文件复用旧条目与向量缓存，仅处理新增/修改/删除</a:t>
            </a:r>
          </a:p>
          <a:p>
            <a:pPr/>
            <a:r>
              <a:t>本地向量缓存：embedding 按 contentHash+model 落盘，knowledge.json 不再臃肿</a:t>
            </a:r>
          </a:p>
          <a:p>
            <a:pPr/>
            <a:r>
              <a:t>格式扩展：支持 DBC 解析，PDF 按页、DOCX 按章节返回位置元数据</a:t>
            </a:r>
          </a:p>
          <a:p>
            <a:pPr/>
            <a:r>
              <a:t>ARXML 结构感知 chunk：保留 SHORT-NAME / UUID，提升检索相关性</a:t>
            </a:r>
          </a:p>
          <a:p>
            <a:pPr/>
            <a:r>
              <a:t>BMS 目录 biome check 零诊断，工程质量达到生产级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核心功能 ⑦：编译集成与发布自动化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编译管理器：内置 Appl / Root 工作流，支持多步命令与状态轮询</a:t>
            </a:r>
          </a:p>
          <a:p>
            <a:pPr/>
            <a:r>
              <a:t>配置持久化：workspace/global 自定义 profile，内置配置可覆盖</a:t>
            </a:r>
          </a:p>
          <a:p>
            <a:pPr/>
            <a:r>
              <a:t>快捷键：Cmd/Ctrl+Shift+B 打开编译管理器，Cmd/Ctrl+Shift+G 打开生成器</a:t>
            </a:r>
          </a:p>
          <a:p>
            <a:pPr/>
            <a:r>
              <a:t>activationEvents：BMS 命令触发插件激活，无需先打开侧边栏</a:t>
            </a:r>
          </a:p>
          <a:p>
            <a:pPr/>
            <a:r>
              <a:t>Release-on-tag：推送 v* tag 自动跑测试、打包 VSIX、上传到 GitHub Release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